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90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template - Minor Project review presentation for B.Tech II year. Replace every placeholder in angle brackets. Title slide: speak for 30 seconds - greet the panel, state the title, introduce the team and the guide. Do not read the slide word for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agenda to one slide. In a 10-12 minute review, spend the most time on literature survey, objectives and work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60-90 seconds. Start broad (the domain), end narrow (your specific task). Avoid definitions copied from Wikipedia - the panel will ask for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statement must be ONE sentence. If you need two sentences, the scope is too wide for a minor project. The panel's first question is usually: who exactly benefits?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 aloud. Speak about the trend: what most papers did, what results they reached, and what all of them left unsolved. Row 1 is a worked example - delete it and put your own paper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a good review from an average one. State 2-3 gaps only, and make sure each one maps to a paper you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vague verbs - study, understand, analyse. Use build, classify, detect, compare, deploy. Four objectives is the right number for a minor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panel through the diagram left to right in under a minute, naming the input and the output first. Be ready to say where your contribution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module per team member works well - it also answers the panel question 'who did what'.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versions where you know them. If you have a GitHub repository, show the link here - it is strong evidence of real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status. Panels reward accurate self-assessment and penalise claims that fall apart under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week numbers to your academic calendar. Showing a plan for the remaining weeks is what the panel wants to hear at Review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introduce anything new here. The conclusion restates the problem, the gap and the promise - nothing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Google Scholar's 'Cite' option and pick MLA/IEEE, then fix the formatting by hand. Never cite a blog, a YouTube video or a paper you have not opened.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deck open on the architecture slide during questions - most panel questions point back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 •  BACHUPALLY CAMPUS, HYDERABAD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Using Machine Learning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42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to group customers by age, income and spending behaviour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3649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95201" y="36118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50" dirty="0"/>
              <a:t>2520030444-D.S.Prakasika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450" dirty="0"/>
              <a:t>2520030044-Asthra Pilla</a:t>
            </a:r>
          </a:p>
        </p:txBody>
      </p:sp>
      <p:sp>
        <p:nvSpPr>
          <p:cNvPr id="9" name="Shape 7"/>
          <p:cNvSpPr/>
          <p:nvPr/>
        </p:nvSpPr>
        <p:spPr>
          <a:xfrm>
            <a:off x="6492240" y="320040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Raghavendra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4069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Designation, Department of CSE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Bachupally Campus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II Year  |  Minor Project - Review 1  |  Academic Year 2026-27  |  Date: DD-MM-YYYY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2704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41732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Domain Background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76856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167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02666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9169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77647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66674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52628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41655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27608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516636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152704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141732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Modules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276856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31152" y="2167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302666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31152" y="29169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/ Demo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1792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377647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31152" y="366674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Review Plan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1792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52628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008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931152" y="441655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&amp; Conclusion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527608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40080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931152" y="516636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Domain Background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domain?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divides customers into groups based on their characteristics. Machine learning and data analytics make it possible to find these groups automatically from customer data.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relevant today?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now hold large volumes of customer data, and generic marketing no longer works for every customer. Understanding behaviour and preferences is key to retention and satisfaction.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your project sit?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K-Means clustering to age, income, spending score and purchasing patterns to identify high-value, regular and low-spending customers.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1417320"/>
            <a:ext cx="4206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543800" y="141732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scatter plot: Annual Income vs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Score, coloured by cluster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443484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35240" y="4572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groups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4864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High-value, regular and low-spending customers - three segments to target differently.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7EAE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2763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20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 Manual customer classification is slow and subjective, which leaves businesses unable to understand customer groups and results in untargeted marketing. "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and e-commerce businesses and their marketing teams, who must serve customers with very different needs.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cost of the problem?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on manual classification, generic campaigns that waste budget, and weaker customer retention.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753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solve it now?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is abundant, and Python tools such as Scikit-learn make automated segmentation practical.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8-10 papers studied; show 4-5 of the most relevant here (2020 onwards, journals/conferences only - no blogs).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&amp;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Technique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/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Author, Year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K-Means customer segmentation paper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Dataset / tool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Result with a number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What it could not do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Author, Year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RFM / purchase-behaviour clustering paper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Dataset / tool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Result with a number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What it could not do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Author, Year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Cluster validation (elbow / silhouette) paper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Dataset / tool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Result with a number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What it could not do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Author, Year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Segmentation dashboard / web tool paper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Dataset / tool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Result with a number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What it could not do 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column is the most important one - your research gap is built from it.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47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does not remove manual customer classification - groups are drawn by hand and vary between analysts.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734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90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does not give businesses a clear split into high-value, regular and low-spending customers.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877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33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lack a user-friendly interface to upload datasets and view segments as charts and dashboards.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35240" y="1463040"/>
            <a:ext cx="3977640" cy="3502152"/>
          </a:xfrm>
          <a:prstGeom prst="roundRect">
            <a:avLst>
              <a:gd name="adj" fmla="val 2089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0956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ADDRESSES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0574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automated K-Means system with a web dashboard closes all three gaps.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3977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data, get segments, charts and marketing insights.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206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trace each gap to the Limitation / Gap column of the literature survey before the review.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Project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objectives, each of which can be demonstrated by the final review.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6276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collect / prepare </a:t>
            </a: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- age, income, spending score and purchasing patterns - and clean it for analysis.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7180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706624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&amp; implement </a:t>
            </a: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K-Means clustering model that groups customers with similar characteristics.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5079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85616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</a:t>
            </a: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segments (high-value, regular, low-spending) using the elbow method, silhouette score and cluster plots.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12978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86460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deploy / demonstrate </a:t>
            </a: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interface where users upload a dataset and view customer groups as charts and dashboards.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each objective maps to one module on the methodology slide.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 upload via web UI)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82112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38144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75304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75304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missing values,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feature selection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71616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(Scikit-learn)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17152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54312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54312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Segments, charts 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731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685800" y="3749040"/>
            <a:ext cx="7040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customer CSV  &gt;  cleaned, scaled features  &gt;  cluster labels  &gt;  charts &amp; 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produced:  high-value  |  regular  |  low-spending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2440" y="3749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931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stage passes 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2519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customer CSV goes in; scaled feature vectors feed K-Means; cluster labels come out as segment charts, dashboards and insights for marketing.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Modules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1 -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data: age, income, spending score, purchasing patterns; uploaded as a CSV file.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73736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2 - Processing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31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scale features with Pandas [1] and NumPy [2] to prepare for clustering.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7764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95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3 - Core Logic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[3] in Scikit-learn [4] groups similar customers; chosen for speed and clear clusters.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97764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95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4 - Interface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572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 to upload data and view segments through charts and dashboards.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Pandas, NumPy, Scikit-learn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Visualisation: Matplotlib / Seaborn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end: Web interface (upload + dashboard)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end: Python web framework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VS Code / Jupyter Notebook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91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PLATFORM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031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i5 or above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8 GB minimum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/ Cloud: Not required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or devices: None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localhost web app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GitHub repository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Completed / Demo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55064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4630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4630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368296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21762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17627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9504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081528"/>
            <a:ext cx="182880" cy="182880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28895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pipeline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88950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94760"/>
            <a:ext cx="182880" cy="182880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36027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model training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60273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07992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97280" y="43159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 &amp; dashboard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3159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221224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97280" y="50292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292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49377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12280" y="146304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of the cluster plot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dashboard UI 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0" y="48920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50292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shown is indicative - update it before the review.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Review Plan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645920" y="2880360"/>
            <a:ext cx="8915400" cy="0"/>
          </a:xfrm>
          <a:prstGeom prst="line">
            <a:avLst/>
          </a:prstGeom>
          <a:noFill/>
          <a:ln w="381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47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abstract, team roles finalised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survey, gap, objectives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883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K-Means model, 60% implementation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3601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726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dashboard, results, report, paper draft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circles = completed reviews.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9377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 </a:t>
            </a: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pre-processing pipeline, train the K-Means model, and build the upload interface and dashboard.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Conclusion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web-based system that segments customers into high-value, regular and low-spending groups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TARGET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Well-separated clusters, checked with silhouette score and elbow method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LAB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Retail, e-commerce and service businesses for targeted marketing and retention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160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customer classification is slow and gives little insight into customer behaviour. This project uses K-Means clustering on age, income, spending score and purchasing patterns, with a web interface and dashboards, to deliver data-driven segments. Future scope: add more purchase features and other clustering algorithms.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style, numbered in the order they are cited in the slides. Minimum 8 references for a minor project.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3657600"/>
          </a:xfrm>
          <a:prstGeom prst="roundRect">
            <a:avLst>
              <a:gd name="adj" fmla="val 2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10424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W. McKinney, "Data structures for statistical computing in Python," in Proc. 9th Python in Science Conf. (SciPy), 2010, pp. 56-61.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C. R. Harris et al., "Array programming with NumPy," Nature, vol. 585, pp. 357-362, 2020.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S. Lloyd, "Least squares quantization in PCM," IEEE Trans. Inf. Theory, vol. 28, no. 2, pp. 129-137, 1982.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F. Pedregosa et al., "Scikit-learn: Machine learning in Python," J. Mach. Learn. Res., vol. 12, pp. 2825-2830, 2011.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&lt; Add the literature-survey papers here in the same pattern - author, title, source, volume, pages, year. &gt;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reference listed here must appear in the literature survey table, and every row of that table must appear here.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2E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&lt; Names &gt;   |   Guide: &lt; Guide Name &gt;   |   Dept. of CSE, KLH Bachupally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2125</Words>
  <Application>Microsoft Office PowerPoint</Application>
  <PresentationFormat>Widescreen</PresentationFormat>
  <Paragraphs>282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Minor Project - Model Review Presentation</dc:title>
  <dc:subject>PptxGenJS Presentation</dc:subject>
  <dc:creator>Dept. of CSE, KLH Bachupally</dc:creator>
  <cp:lastModifiedBy>Surya Prakasika Devaguptapu</cp:lastModifiedBy>
  <cp:revision>2</cp:revision>
  <dcterms:created xsi:type="dcterms:W3CDTF">2026-09-16T05:47:29Z</dcterms:created>
  <dcterms:modified xsi:type="dcterms:W3CDTF">2026-10-13T07:29:15Z</dcterms:modified>
</cp:coreProperties>
</file>