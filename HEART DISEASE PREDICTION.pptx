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56ACA-CC9C-030C-E1DE-7E487A430A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561539-E4B2-879A-83BB-C5419B8D45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2F9EB-5203-FDBC-DB61-ACEAAADDF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5EAD7-2442-4DC5-96B2-7145CF1C864B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E1213-5D5F-7311-B1AE-FE92A2268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8B741-3606-633D-547B-F4186A53D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47094-A928-46A7-B8E3-2043E2C3F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606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E725E-FC79-30B8-2568-A02E60914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34EB5-2478-BBC9-E4B7-6703A7C4F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8DDCD-E9E4-25B2-4472-F83D71298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5EAD7-2442-4DC5-96B2-7145CF1C864B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FB9C1-1287-2886-ED9A-44E819CCC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58C45-C223-1602-E36A-C6935EDCC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47094-A928-46A7-B8E3-2043E2C3F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089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47350-A10F-2641-E6C7-9A86BA2EF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18AE31-4E8C-0498-D91A-423296B39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0F134-11B1-9BAD-D606-C1264A8AB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5EAD7-2442-4DC5-96B2-7145CF1C864B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31C34-5974-08DA-891F-F4BDA9CC4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D3AA1-332F-9294-B3D8-17EAF0564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47094-A928-46A7-B8E3-2043E2C3F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553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AA50C-7B29-A22E-A628-C5EFA3B80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F5303-99ED-D67F-16D0-DC3F177F3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D378B4-1964-4FC9-9590-031D5DBAB1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CFE31E-8C14-2101-581A-2C34A27B3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5EAD7-2442-4DC5-96B2-7145CF1C864B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75261A-D81C-CA07-E184-FF1CB97AB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98CCEC-8560-2952-DB6A-708540496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47094-A928-46A7-B8E3-2043E2C3F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6508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4AD6E-D6B4-18D8-6B2E-0DA5B8D25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193E6E-2F1E-8C01-8DAF-9C2AEF0BF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34DC4B-C5FF-4FE0-D052-C8CF201EA8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11A9B8-8265-9AEB-2502-C80E5B852C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C9A31E-A507-78B9-69EB-E79A32B1B2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AE3CD9-657B-FECF-3A68-810E7CEAA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5EAD7-2442-4DC5-96B2-7145CF1C864B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50D7B0-1513-3773-D093-585C4FD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982CE5-DE3A-F497-A8F7-9D323E074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47094-A928-46A7-B8E3-2043E2C3F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687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B3D4-A74E-F2E0-68D0-280FD93F9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AECE5A-2DCD-6B5D-4697-7828BD16B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5EAD7-2442-4DC5-96B2-7145CF1C864B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CB36F7-6407-3150-76E1-A81C5016C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ECEACD-F43F-E903-4F79-A5EFD8C94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47094-A928-46A7-B8E3-2043E2C3F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26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A2D26D-E0E9-DE12-E407-89E057225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5EAD7-2442-4DC5-96B2-7145CF1C864B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077F0A-5E51-447D-4CB0-012C95279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811D0-C313-21AF-56F7-70301383A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47094-A928-46A7-B8E3-2043E2C3F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692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BFC3B-5485-1563-AEE5-2A294D4A3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BAFFE-E06F-8C3E-A00D-4B04B3153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FB0C7A-E9CD-9BDA-8E26-434B64B19E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1206E2-3FC2-8199-DA84-915D76C76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5EAD7-2442-4DC5-96B2-7145CF1C864B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4AF687-4F28-8BC8-8613-95D0E60EF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72AE4F-6A3E-38A3-055C-E9E5DFE8E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47094-A928-46A7-B8E3-2043E2C3F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927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A3924-28B9-5AB5-4594-01640F2A2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E67154-52B3-DDFA-C494-07A08FFE66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E4A55D-9027-D821-F611-BD885C71FB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42AB06-2370-2EB3-5D2A-A659A6E77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5EAD7-2442-4DC5-96B2-7145CF1C864B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8B7C5C-3FFF-7DA4-C3FD-CE94F9F7D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76C3E9-9BF3-C9A8-717F-F1F3C0B3C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47094-A928-46A7-B8E3-2043E2C3F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1532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07F72-44DE-0613-302C-653245219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74874F-A09A-94FD-E6C8-F2D4DDD1C7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DEC38-073C-6699-0318-55961B68E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5EAD7-2442-4DC5-96B2-7145CF1C864B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9B13A-9C5E-8B14-A17A-A1F45C001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124AF-2D40-94D1-6251-C4782307E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47094-A928-46A7-B8E3-2043E2C3F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9132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7B84A5-2AD0-567A-EDEB-24811D72C6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41D041-1DFD-ADDA-7C7E-FAEDB5822B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3A7B0-13E3-8D2A-13B8-0FA29608B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5EAD7-2442-4DC5-96B2-7145CF1C864B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A46A0-87ED-9E1C-B810-E2878F27E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14E3C-0535-3C0E-8B0D-53C7A563F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47094-A928-46A7-B8E3-2043E2C3F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2205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12FFFF-2A46-A57C-64DF-6FB0E0DA7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608CB9-2292-131E-56BA-C618D9A1B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EEE05-1C28-F3EB-7021-B2C0F1D1FA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B5EAD7-2442-4DC5-96B2-7145CF1C864B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AFC7D-A54F-A6D8-F3AD-BC39DCAAA0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E7AB4-F281-3D2D-DA69-9FF087FC8C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547094-A928-46A7-B8E3-2043E2C3F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401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789C0-7D3E-2903-31B4-D94D6E7561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</a:t>
            </a:r>
            <a:r>
              <a:rPr lang="en-IN" dirty="0"/>
              <a:t>EART DISEASE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96ACF8-D979-790B-3252-BE75A913CB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Batch -9</a:t>
            </a:r>
          </a:p>
          <a:p>
            <a:r>
              <a:rPr lang="en-US" dirty="0"/>
              <a:t>2520030044-Asthra</a:t>
            </a:r>
          </a:p>
          <a:p>
            <a:r>
              <a:rPr lang="en-US"/>
              <a:t>2520030444-prakasika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7624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800C5-DE22-A6E3-848D-243FE341B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AE151-6114-E903-9ACE-DB88C1603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Heart disease is one of the major health problems worldwide, and early identification of individuals at risk can help in timely medical intervention. This project proposes a *Machine Learning-based Heart Disease Prediction System* that predicts whether a person is at risk of heart disease using relevant clinical and demographic features such as age, cholesterol level, blood pressure, and ECG-related measurements.</a:t>
            </a:r>
          </a:p>
          <a:p>
            <a:r>
              <a:rPr lang="en-US" dirty="0"/>
              <a:t>The system uses a publicly available *Cleveland Heart Disease dataset* and applies data preprocessing techniques to prepare the input data for machine learning. Multiple classification algorithms, including *Logistic Regression, K-Nearest Neighbors (KNN), and Random Forest*, are implemented and compared based on appropriate performance metrics. The best-performing model is then selected for prediction.</a:t>
            </a:r>
          </a:p>
          <a:p>
            <a:r>
              <a:rPr lang="en-US" dirty="0"/>
              <a:t>The proposed system aims to provide an interpretable and easy-to-use prediction tool that can assist in identifying potential heart disease risk. The project demonstrates how machine learning can be applied to healthcare data for *risk assessment and decision support*. However, the system is intended for educational and predictive analysis purposes and should not be considered a substitute for professional medical diagnosis.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7923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HEART DISEASE PREDICTION</vt:lpstr>
      <vt:lpstr>Abstract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Surya Prakasika Devaguptapu</dc:creator>
  <cp:lastModifiedBy>Surya Prakasika Devaguptapu</cp:lastModifiedBy>
  <cp:revision>1</cp:revision>
  <dcterms:created xsi:type="dcterms:W3CDTF">2026-09-12T06:48:33Z</dcterms:created>
  <dcterms:modified xsi:type="dcterms:W3CDTF">2026-09-12T06:48:33Z</dcterms:modified>
</cp:coreProperties>
</file>